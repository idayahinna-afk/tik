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</p:sldIdLst>
  <p:notesMasterIdLst>
    <p:notesMasterId r:id="rId1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notesMaster" Target="notesMasters/notesMaster1.xml"/><Relationship Id="rId146" Type="http://schemas.openxmlformats.org/officeDocument/2006/relationships/presProps" Target="presProps.xml"/><Relationship Id="rId147" Type="http://schemas.openxmlformats.org/officeDocument/2006/relationships/viewProps" Target="viewProps.xml"/><Relationship Id="rId148" Type="http://schemas.openxmlformats.org/officeDocument/2006/relationships/theme" Target="theme/theme1.xml"/><Relationship Id="rId1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X.BK.1 Menjelaskan konsep berpikir komputasional dan penerapannya.
- X.BK.2 Menjelaskan konsep struktur data dan memilih yang sesuai dengan persoalan.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guru: Ajak 2–3 murid menceritakan pengalaman mengantre yang tertib dan yang kacau.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X.BK.3 Menerapkan algoritma pencarian.
- X.BK.4 Menerapkan algoritma pengurutan dan membandingkan efisiensinya.
- X.BK.5 Membaca dan menulis notasi algoritma.
- X.BK.6 Menulis pseudocode program sederhana dan menelusurinya.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A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X.BK.7 Memperoleh data yang berkualitas melalui proses komputasi.
- X.BK.8 Mengolah dan menyajikan data serta menarik kesimpulan.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C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X.BK.9 Menjelaskan model Von Neumann dan menyimulasikan dinamika Input-Process-Output.
- X.BK.10 Menjelaskan peran sistem operasi.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A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X.LD.1 Menggunakan mesin pencari dengan beragam variabel.
- X.LD.2 Memilah fakta, opini, misinformasi, dan disinformasi.
- X.LD.3 Menerapkan membaca lateral.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X.LD.4 Memanfaatkan fitur lanjut aplikasi perkantoran.
- X.LD.5 Memproduksi dan mendiseminasikan konten digital secara etis.
- X.LD.9 Menghargai hak atas kekayaan intelektual.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X.LD.6 Menjelaskan konektivitas jaringan dan menerapkan konfigurasi keamanan dasar.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C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X.LD.7 Mengelola kata sandi dan autentikasi dua langkah.
- X.LD.8 Mengatur privasi akun dan menyaring konten negatif.
- X.LD.10 Menjelaskan digitalisasi budaya Indonesia dan profesi Informatika.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INFORMATIKA · FASE E · T.P. 2026/2027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Slide Pembelajaran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Kelas X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8 pertemuan · 72 JP · setiap pertemuan lengkap: pembuka, isi, aktivitas, kuis, dan refleksi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0652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 Negeri 11 Pinrang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1468" y="3886200"/>
            <a:ext cx="159562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1468" y="3886200"/>
            <a:ext cx="159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Kurikulum Merdeka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5112" y="3886200"/>
            <a:ext cx="81838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5112" y="3886200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CP 2025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NIP 19930321 202421 2 034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X.1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Berpikir Komputasional dan Struktur Data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konsep berpikir komputasional dan penerapannya.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konsep struktur data dan memilih yang sesuai dengan persoalan.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10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Ini pertemuan pertama pada fase ini — kita mulai dari pengalaman kalian sehari-hari dengan teknologi.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Berpikir Komputasional dan Struktur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Mengurai persoalan rumit menjadi langkah yang dapat dikerjakan, lalu menyusun datanya dalam struktur yang tepat.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antrean kantin bisa kacau?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Setiap hari kita menyelesaikan masalah: antre, mencari nama di daftar hadir, menyusun jadwal piket.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Komputer menyelesaikan masalah dengan cara yang mirip, tetapi harus dituliskan sangat teliti.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Pertanyaan kita: bagaimana mengubah masalah sehari-hari menjadi langkah yang bisa dikerjakan mesin?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Konsep inti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Empat fondasi berpikir komputasional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Dekomposisi — memecah masalah besar menjadi bagian kecil yang mudah dikelola.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Pengenalan pola — menemukan kemiripan antar bagian agar solusi dapat dipakai ulang.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Abstraksi — mengambil hal pokok dan mengabaikan rincian yang tidak perlu.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Algoritma — menyusun langkah penyelesaian yang runtut dan tidak bermakna ganda.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Coba sebutkan ulang empat fondasi berpikir komputasional tanpa melihat salindia.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Contoh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Menerapkan pada layanan sekolah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Masalah: pembagian seragam di sekolah selalu menumpuk di hari pertama.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Dekomposisi: pendataan ukuran → penjadwalan kelas → pengambilan → pencatatan.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Pola: kelas dengan jumlah murid serupa memerlukan waktu layanan serupa.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Abstraksi: yang penting hanya jumlah murid, ukuran, dan waktu; warna tas petugas tidak relevan.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Algoritma: urutan langkah layanan yang dapat dijalankan petugas mana pun.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Konsep inti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Data dan struktur data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adalah fakta mentah; informasi adalah data yang telah diolah dan bermakna.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Struktur data adalah cara menyusun data agar efisien dipakai.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Struktur yang tepat membuat pencarian, penambahan, dan penghapusan data menjadi cepat.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Struktur yang keliru membuat program lambat meskipun algoritmanya benar.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Kalau kamu diminta membagi tugas piket satu kelas, bagian mana yang disebut dekomposisi?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Struktur data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Larik, tumpukan, antrean, dan tabel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Larik (array) — data berurutan yang diakses melalui indeks, cocok untuk data yang jumlahnya tetap.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Tumpukan (stack) — LIFO, terakhir masuk pertama keluar. Contoh: fitur undo.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Antrean (queue) — FIFO, pertama masuk pertama keluar. Contoh: antrean cetak dokumen.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Tabel — data berbaris dan berkolom, cocok untuk data bersifat catatan.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Antrean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Prinsip FIFO pada layanan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Pelanggan pertama yang datang dilayani lebih dahulu, sama seperti paket data pada jaringan.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Operasi dasar: enqueue (masuk di belakang) dan dequeue (keluar dari depan).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Antrean dipakai pada sistem tiket, pencetakan, dan penjadwalan tugas sistem operasi.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Tumpukan dan Antrean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X.1, lalu pilih salindia bertanda simulasi — atau buka menu Simulasi dan pilih "Tumpukan dan Antrean".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Prinsip FIFO pada layanan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Latihan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Pilih struktur datanya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Riwayat halaman peramban yang bisa ditekan tombol kembali → tumpukan.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Daftar tunggu peminjaman buku perpustakaan → antrean.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Daftar nilai 36 murid satu kelas → larik atau tabel.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Tuliskan alasanmu, bukan sekadar jawabannya.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Apa yang sudah kamu kuasai?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Apakah saya dapat menguraikan satu masalah nyata menjadi langkah-langkah?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Dapatkah saya menjelaskan beda tumpukan dan antrean dengan bahasa sendiri?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perlu saya pelajari ulang?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bedanya tumpukan dan antrean bila dilihat dari urutan data keluar?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Kerja kelompok: Bedah Layanan Sekolah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25 menit · kelompok 4 orang     📦 Produk: Poster langkah layanan + alasan pemilihan struktur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satu layanan sekolah yang sering antre: koperasi, perpustakaan, atau tata usaha.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Uraikan layanan itu menjadi minimal lima langkah (dekomposisi).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Tentukan struktur data yang tepat untuk mencatat antreannya, beri alasan.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Tempel hasil di papan dan jelaskan 2 menit per kelompok.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Memecah masalah besar menjadi bagian kecil disebut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Abstraksi     B. Dekomposisi     C. Algoritma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Fitur undo pada aplikasi menggunakan prinsip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FIFO (antrean)     B. LIFO (tumpukan)     C. Acak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Antrean cetak dokumen bekerja dengan prinsip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FIFO     B. LIFO     C. Tanpa urutan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X.2 — Algoritma Standar dan Penulisan Pseudocode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X.1 · Berpikir Komputasional dan Struktur Data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X.2 · Ganjil · 12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Algoritma Standar dan Penulisan Pseudocode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Menerapkan algoritma pencarian.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Menerapkan algoritma pengurutan dan membandingkan efisiensinya.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Membaca dan menulis notasi algoritma.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Menulis pseudocode program sederhana dan menelusurinya.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12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Berpikir Komputasional dan Struktur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Algoritma Standar dan Penulisan Pseudocode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Pencarian, pengurutan, notasi algoritma, dan menuliskan rancangan program dalam pseudocode.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kamus lebih cepat dicari?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Mencari kata di kamus hanya perlu beberapa kali buka halaman.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Mencari nama di daftar acak bisa perlu membaca semua baris.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Perbedaannya bukan pada kecepatan tangan, melainkan pada algoritma dan keadaan data.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Pencarian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Sequential search dan binary search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Sequential search: periksa data satu per satu dari awal. Bekerja pada data apa pun.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Binary search: bagi dua wilayah pencarian berulang kali. Syaratnya data harus terurut.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Pada 1.000 data: sequential bisa 1.000 langkah, binary cukup sekitar 10 langkah.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Rumus kasar binary search: jumlah langkah ≈ log₂(n).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Pencarian Berurutan vs Biner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X.2, lalu pilih salindia bertanda simulasi — atau buka menu Simulasi dan pilih "Pencarian Berurutan vs Biner".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Sequential search dan binary search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Pengurutan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Bubble sort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Bandingkan dua data bersebelahan, tukar bila urutannya terbalik.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Ulangi hingga satu putaran penuh tanpa pertukaran.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Mudah dipahami, tetapi banyak pertukaran sehingga lambat untuk data besar.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Visualisasi Pengurutan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X.2, lalu pilih salindia bertanda simulasi — atau buka menu Simulasi dan pilih "Visualisasi Pengurutan".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Bubble sort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Pengurutan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Selection sort dan insertion sort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Selection sort: cari nilai terkecil pada sisa data, tukar ke posisi depan. Pertukarannya paling sedikit.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Insertion sort: ambil satu data, sisipkan ke posisi yang benar di bagian yang sudah terurut.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Insertion sort sangat cepat bila data sudah hampir terurut.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Bandingkan jumlah perbandingan dan pertukaran untuk menilai efisiensi.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Visualisasi Pengurutan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X.2, lalu pilih salindia bertanda simulasi — atau buka menu Simulasi dan pilih "Visualisasi Pengurutan".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Selection sort dan insertion sort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Notasi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Diagram alir dan pseudocode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Simbol diagram alir: oval (mulai/selesai), jajar genjang (masukan/keluaran), persegi (proses), belah ketupat (keputusan).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Pseudocode menuliskan algoritma dengan bahasa mirip program, tetapi tetap mudah dibaca manusia.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Tiga struktur dasar: runtunan, percabangan, dan perulangan.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Contoh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Pseudocode menentukan kelulusan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jumlah ← 0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untuk i dari 1 sampai 5 lakukan → baca nilai; jumlah ← jumlah + nilai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rerata ← jumlah / 5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jika rerata ≥ 75 maka tulis "Tuntas" selain itu tulis "Belum Tuntas"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Telusuri (tracing) nilai setiap variabel baris demi baris sebelum diketik menjadi program.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Pseudocode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X.2, lalu pilih salindia bertanda simulasi — atau buka menu Simulasi dan pilih "Penelusuran Pseudocode".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Pseudocode menentukan kelulusan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Algoritma yang baik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Benar: memberi hasil yang tepat untuk semua masukan yang mungkin.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Efisien: tidak boros langkah dan memori.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Jelas: dapat dibaca dan dikerjakan ulang oleh orang lain.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pencarian biner tidak bisa dipakai pada data yang belum terurut?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Dari tiga algoritma pengurutan tadi, mana yang pertukarannya paling sedikit?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arti simbol belah ketupat pada diagram alir?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Praktik: Mengurutkan Nilai Kelas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30 menit · berpasangan     📦 Produk: Tabel perbandingan langkah + satu pseudocode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Ambil tujuh kartu angka acak dari guru.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Urutkan dengan bubble sort, catat jumlah perbandingan dan pertukaran.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Ulangi dengan selection sort pada data yang sama, catat hasilnya.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Tulis pseudocode salah satu algoritma, lalu tukar dengan pasangan lain untuk diperiksa.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Syarat utama pencarian biner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Data berjumlah genap     B. Data sudah terurut     C. Data berupa angka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Pada 16 data terurut, pencarian biner paling banyak memerlukan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4 langkah     B. 8 langkah     C. 16 langkah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Pseudocode ditulis terutama agar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Program berjalan lebih cepat     B. Mudah dibaca dan diperiksa manusia     C. Menghemat memori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X.3 — Proses Komputasi untuk Memperoleh Data Berkualitas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X.2 · Algoritma Standar dan Penulisan Pseudocode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X.3 · Ganjil · 8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Proses Komputasi untuk Memperoleh Data Berkualitas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 (terpadu Analisis Dat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86784" y="3886200"/>
            <a:ext cx="5852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86784" y="388620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Memperoleh data yang berkualitas melalui proses komputasi.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Mengolah dan menyajikan data serta menarik kesimpulan.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8 JP  ·  Elemen: Berpikir Komputasional (terpadu Analisis Data)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Algoritma Standar dan Penulisan Pseudocode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Proses Komputasi untuk Memperoleh Data Berkualitas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Mengumpulkan, membersihkan, mengolah, dan menafsirkan data untuk mengambil keputusan.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Keputusan yang salah karena data yang salah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Sekolah menambah jam layanan perpustakaan berdasarkan data kunjungan satu hari saja. Apa risikonya?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yang buruk menghasilkan keputusan yang buruk, meski diolah dengan aplikasi canggih.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Konsep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Ciri data yang berkualitas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Akurat — sesuai keadaan sebenarnya.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Lengkap — tidak ada bagian penting yang kosong.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Relevan — berhubungan langsung dengan persoalan.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Tepat waktu — masih berlaku saat digunakan.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Beretika — diperoleh dengan izin dan menjaga privasi responden.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bedanya data dan informasi?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Prosedur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Siklus pengolahan data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Perumusan pertanyaan → penentuan sumber → pengumpulan → pembersihan → pengolahan → visualisasi → interpretasi → publikasi.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Sumber primer: survei dan pengamatan sendiri. Sumber sekunder: data sekolah dan portal data terbuka.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Pembersihan data: hapus data ganda, tandai data kosong, samakan format penulisan.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Praktik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Mengolah dengan lembar kerja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Fungsi dasar: SUM, AVERAGE, MAX, MIN, COUNT, COUNTIF.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grafik sesuai jenis data: batang untuk perbandingan, garis untuk perubahan waktu, lingkaran untuk proporsi.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Setiap grafik wajib memiliki judul, label sumbu, dan keterangan sumber.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Analisis Data Mini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X.3, lalu pilih salindia bertanda simulasi — atau buka menu Simulasi dan pilih "Analisis Data Mini".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Mengolah dengan lembar kerja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Privasi dalam pengumpulan data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Minta persetujuan sebelum mengumpulkan data pribadi.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mengumpulkan data yang tidak diperlukan.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Simpan data secara aman dan jangan sebarkan tanpa izin.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Sajikan data apa adanya; memotong sumbu grafik dapat menyesatkan pembaca.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Dari data ke rekomendasi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temuan utama dari data yang saya kumpulkan?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Apakah simpulan saya benar-benar didukung angka, bukan praduga?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Rekomendasi apa yang masuk akal untuk kelas atau sekolah?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Sebutkan dua ciri data yang berkualitas.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kita harus meminta izin sebelum mengumpulkan data teman?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Mini riset: Kebiasaan Digital Kelas Kita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35 menit · kelompok 4 orang     📦 Produk: Grafik + satu paragraf simpulan dan rekomendasi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4 pertanyaan survei tentang kebiasaan digital murid.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Kumpulkan jawaban dari minimal 10 teman.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Olah data pada simulasi Analisis Data: hitung rerata, tertinggi, dan terendah.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Rumuskan satu rekomendasi untuk kelas berdasarkan datanya.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Fakta mentah yang belum diolah disebut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Informasi     B. Data     C. Simpulan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Berikut BUKAN ciri data berkualitas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Akurat     B. Relevan     C. Sebanyak mungkin tanpa cek sumber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Grafik yang paling tepat untuk membandingkan jumlah antarkategori adalah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Diagram batang     B. Diagram garis     C. Diagram lingkaran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X.4 — Model Komputer Von Neumann dan Peran Sistem Operasi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X.3 · Proses Komputasi untuk Memperoleh Data Berkualitas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X.4 · Ganjil · 6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Model Komputer Von Neumann dan Peran Sistem Operasi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5852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model Von Neumann dan menyimulasikan dinamika Input-Process-Output.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peran sistem operasi.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6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Proses Komputasi untuk Memperoleh Data Berkualitas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Model Komputer Von Neumann dan Peran Sistem Operasi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Cara kerja komputer dari masukan sampai keluaran, dan peran sistem operasi sebagai pengelola.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Apa yang terjadi saat menekan tombol simpan?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Dalam sekejap ada puluhan langkah yang dikerjakan komputer.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Hari ini kita buka 'kotak hitam' itu.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Arsitektur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Model Von Neumann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Satu memori menyimpan data sekaligus instruksi program — inilah gagasan kunci Von Neumann.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Komponen: unit masukan, memori, unit kendali, unit aritmetika-logika (bersama membentuk CPU), dan unit keluaran.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Alur kerja: Input → Process → Output, dengan Storage untuk menyimpan hasil.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Sebutkan urutan siklus kerja komputer dari masukan sampai keluaran.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Siklus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Fetch – Decode – Execute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Fetch: unit kendali mengambil instruksi dari memori.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Decode: instruksi diterjemahkan menjadi perintah yang dimengerti mesin.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Execute: ALU melakukan perhitungan atau operasi logika, hasilnya disimpan ke register atau memori.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Siklus ini berulang miliaran kali per detik.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Siklus Komputer Von Neumann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X.4, lalu pilih salindia bertanda simulasi — atau buka menu Simulasi dan pilih "Siklus Komputer Von Neumann".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Fetch – Decode – Execute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Perangkat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Komponen fisik komputer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Masukan: papan ketik, tetikus, pemindai, mikrofon.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Pemroses: CPU dan memori utama (RAM).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Keluaran: monitor, pencetak, pengeras suara.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Penyimpanan: cakram keras, SSD, dan media lepas.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Sistem operasi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Pengelola sumber daya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Manajemen proses: mengatur giliran program memakai CPU sehingga banyak aplikasi tampak berjalan serentak.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Manajemen memori: membagi RAM antaraplikasi agar tidak saling menimpa.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Manajemen berkas: mengatur penyimpanan, penamaan, dan hak akses berkas.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Manajemen perangkat: menjembatani aplikasi dengan perangkat keras melalui driver.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Antarmuka pengguna: menyediakan tampilan grafis atau baris perintah.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gagasan utama arsitektur Von Neumann?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Representasi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komputer memakai biner?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Rangkaian elektronik hanya mengenal dua keadaan: ada arus (1) dan tidak ada arus (0).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Semua data — angka, huruf, gambar, suara — pada akhirnya disimpan sebagai deretan bit.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8 bit = 1 byte; satu huruf pada kode ASCII memerlukan 1 byte.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Konversi Biner dan Sandi Huruf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X.4, lalu pilih salindia bertanda simulasi — atau buka menu Simulasi dan pilih "Konversi Biner dan Sandi Huruf".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Mengapa komputer memakai biner?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komputer bisa menjalankan banyak aplikasi sekaligus?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Simulasi peran: Menjadi Komponen Komputer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25 menit · kelompok 5 orang     📦 Produk: Catatan langkah siklus + simpulan peran sistem operasi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Bagi peran: unit masukan, memori, unit kendali, ALU, unit keluaran.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Guru memberi satu instruksi sederhana, misalnya (12 + 30) − 7.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Jalankan siklus fetch–decode–execute secara bergiliran dan catat setiap langkah.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Bandingkan hasil simulasi kelompok dengan simulasi Von Neumann di aplikasi.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Yang menjalankan operasi hitung dan logika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ALU     B. Memori     C. Unit keluaran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Perangkat lunak pengatur sumber daya perangkat keras adalah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Peramban     B. Sistem operasi     C. Kompilator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Bilangan 8 bit dapat menyimpan nilai desimal paling besar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128     B. 255     C. 512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X.5 — Literasi Informasi, Mesin Pencari, dan Periksa Fakta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X.4 · Model Komputer Von Neumann dan Peran Sistem Operasi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X.5 · Genap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Literasi Informasi, Mesin Pencari, dan Periksa Fakta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51790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Menggunakan mesin pencari dengan beragam variabel.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Memilah fakta, opini, misinformasi, dan disinformasi.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Menerapkan membaca lateral.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10 JP  ·  Elemen: Literasi Digital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Model Komputer Von Neumann dan Peran Sistem Operasi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Literasi Informasi, Mesin Pencari, dan Periksa Fakta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Mencari informasi secara efektif dan memeriksa kebenarannya dengan membaca lateral.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Benarkah kabar di grup pesan itu?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Setiap hari kita menerima puluhan informasi tanpa tahu sumbernya.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Satu kali membagikan kabar palsu dapat merugikan banyak orang — dan bisa berakibat hukum.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Mesin pencari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Kata kunci dan operator pencarian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kata kunci spesifik, bukan kalimat panjang.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"..." mencari frasa persis; -kata membuang kata tertentu.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site: membatasi pada satu situs, misalnya site:kemdikbud.go.id.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filetype:pdf mencari berkas tertentu; tambahkan tahun untuk membatasi kebaruan.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misinformasi dan disinformasi?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Konsep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Fakta, opini, misinformasi, disinformasi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Fakta dapat diverifikasi kebenarannya.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Opini adalah pendapat, sah tetapi tidak bisa dijadikan bukti.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Misinformasi adalah informasi keliru yang disebar tanpa niat jahat.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Disinformasi adalah informasi keliru yang sengaja dibuat untuk menyesatkan.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Latihan Periksa Fakta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X.5, lalu pilih salindia bertanda simulasi — atau buka menu Simulasi dan pilih "Latihan Periksa Fakta".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Fakta, opini, misinformasi, disinformasi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Teknik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Membaca lateral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hanya membaca laman yang sedang terbuka — buka tab baru untuk memeriksa siapa penerbitnya.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Telusuri: siapa penulisnya, siapa pemilik situsnya, kapan ditulis, apa sumber datanya.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Bandingkan dengan dua sumber lain yang tepercaya.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Untuk gambar: lakukan pencarian gambar terbalik untuk melihat kapan dan di mana pertama kali muncul.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Kebiasaan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Sebelum membagikan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Berhenti sejenak jika informasi memancing emosi kuat — itu ciri khas hoaks.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Periksa tanggal; kabar lama sering diedarkan ulang seolah baru.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Jika ragu, jangan bagikan. Diam lebih aman daripada menyebarkan kekeliruan.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Sebutkan satu operator pencarian beserta fungsinya.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langkah pertama membaca lateral ketika menemukan artikel baru?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Tim Periksa Fakta Kelas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30 menit · kelompok 3 orang     📦 Produk: Lembar verifikasi tiga konten + simpulan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Guru membagikan tiga konten viral kepada tiap kelompok.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Terapkan membaca lateral: periksa penerbit, penulis, tanggal, dan sumber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Bandingkan dengan dua sumber tepercaya lain.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Tentukan status konten: fakta, opini, atau hoaks, beserta buktinya.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Informasi keliru yang sengaja dibuat untuk menyesatkan disebut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Misinformasi     B. Disinformasi     C. Opini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Membaca lateral berarti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Membaca laman itu sampai habis     B. Membuka tab lain untuk memeriksa sumbernya     C. Membaca dari bawah ke atas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Tanda kuat sebuah pesan berantai adalah hoaks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Mendesak untuk segera disebarkan     B. Menyebut nama lembaga     C. Berbahasa Indonesia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X.6 — Perkakas Digital dan Produksi Konten yang Beretika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X.5 · Literasi Informasi, Mesin Pencari, dan Periksa Fakta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X.6 · Genap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Perkakas Digital dan Produksi Konten yang Beretika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51790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Memanfaatkan fitur lanjut aplikasi perkantoran.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Memproduksi dan mendiseminasikan konten digital secara etis.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Menghargai hak atas kekayaan intelektual.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10 JP  ·  Elemen: Literasi Digital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Literasi Informasi, Mesin Pencari, dan Periksa Fakta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Perkakas Digital dan Produksi Konten yang Beretika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Fitur lanjut aplikasi perkantoran, produksi konten digital, serta lisensi dan atribusi karya.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Dokumen 60 halaman, daftar isi berubah terus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Memformat satu per satu memakan waktu berjam-jam.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Dengan fitur lanjut, pekerjaan yang sama selesai dalam hitungan menit.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Pengolah dokumen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Fitur yang wajib dikuasai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Gaya (styles) untuk judul dan isi agar format konsisten.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Daftar isi otomatis yang ikut berubah saat halaman bertambah.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Penomoran halaman, header, dan footer.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Referensi dan sitasi untuk karya ilmiah.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Surat massal (mail merge) untuk membuat banyak surat sekaligus.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memakai fitur gaya (styles) lebih baik daripada memformat satu per satu?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Lembar kerja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Rumus, fungsi, dan grafik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Rujukan relatif (A1) dan absolut ($A$1).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Fungsi logika IF, pencarian VLOOKUP/XLOOKUP, dan agregasi SUMIF.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Tabel dan filter untuk menyaring data dengan cepat.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Grafik yang terhubung langsung dengan data sehingga ikut berubah.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Lembar Kerja dan Lisensi Karya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X.6, lalu pilih salindia bertanda simulasi — atau buka menu Simulasi dan pilih "Lembar Kerja dan Lisensi Karya".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Rumus, fungsi, dan grafik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Integrasi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Menggabungkan antaraplikasi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Tabel dan grafik dari lembar kerja dapat ditempel ke dokumen dan presentasi.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tempel tertaut agar perubahan data otomatis memperbarui dokumen.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Prinsip desain presentasi: satu gagasan satu salindia, kontras tinggi, huruf besar, visual seperlunya.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Hak kekayaan intelektual dan lisensi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Karya orang lain dilindungi hak cipta meskipun diunggah gratis di internet.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Kenali lisensi terbuka: domain publik, Creative Commons (CC BY, CC BY-SA, CC0).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Selalu cantumkan atribusi: judul karya, pencipta, sumber, dan lisensinya.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Plagiarisme dan pembajakan perangkat lunak melanggar hukum dan merusak nama baik.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Lembar Kerja dan Lisensi Karya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X.6, lalu pilih salindia bertanda simulasi — atau buka menu Simulasi dan pilih "Lembar Kerja dan Lisensi Karya".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Hak kekayaan intelektual dan lisensi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Produksi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Membuat konten yang bermanfaat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Tentukan tujuan dan sasaran pembaca sebelum membuat konten.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bahan berlisensi terbuka atau karya sendiri.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Sebarkan melalui kanal yang sesuai dan tanggapi umpan balik dengan santun.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 projek: konten digital tentang potensi budaya dan wisata Kabupaten Pinrang.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rujukan A1 dan $A$1 pada lembar kerja?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saja yang wajib dicantumkan saat memakai karya berlisensi CC BY?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Produksi Konten Budaya Pinrang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40 menit · kelompok 4 orang     📦 Produk: Satu konten digital + daftar atribusi sumber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satu potensi budaya atau wisata daerah Pinrang.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Kumpulkan data dan gambar berlisensi terbuka, catat sumbernya.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konten digital: dokumen, infografis, atau presentasi.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Cantumkan atribusi lengkap, lalu gelar karya di depan kelas.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Daftar isi yang ikut berubah saat halaman bertambah dibuat dengan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Mengetik ulang     B. Fitur daftar isi otomatis     C. Menyalin dari dokumen lain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Lisensi yang mewajibkan karya turunan memakai lisensi serupa adalah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CC BY     B. CC BY-SA     C. CC0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Fungsi untuk menghitung banyak nilai yang memenuhi syarat adalah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SUM     B. COUNTIF     C. MAX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X.7 — Jaringan Komputer dan Konfigurasi Keamanan Dasar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X.6 · Perkakas Digital dan Produksi Konten yang Beretika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X.7 · Genap · 8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Jaringan Komputer dan Konfigurasi Keamanan Dasar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51790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886200"/>
            <a:ext cx="5852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388620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konektivitas jaringan dan menerapkan konfigurasi keamanan dasar.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8 JP  ·  Elemen: Literasi Digital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Perkakas Digital dan Produksi Konten yang Beretika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Jaringan Komputer dan Konfigurasi Keamanan Dasar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Jaringan lokal dan internet, media kabel dan nirkabel, serta pengamanan dasar.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wifi gratis bisa berbahaya?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yang melewati jaringan terbuka dapat disadap bila tidak terenkripsi.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Hari ini kita pelajari bagaimana data berjalan dan bagaimana mengamankannya.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Konsep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Jaringan lokal dan internet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LAN menghubungkan perangkat dalam satu area, misalnya laboratorium sekolah.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Internet adalah jaringan dari jaringan yang mencakup seluruh dunia.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Perangkat penghubung: switch, access point, dan router.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Setiap perangkat memiliki alamat IP agar data sampai ke tujuan yang benar.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jaringan lokal dan internet?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Media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Kabel dan nirkabel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Kabel (UTP, serat optik): lebih stabil, cepat, dan sulit disadap.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Nirkabel (wifi, bluetooth): praktis, tetapi rentan gangguan dan penyadapan.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Sinyal nirkabel melemah karena jarak, tembok, dan gangguan perangkat lain.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Keamanan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Konfigurasi keamanan dasar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Ganti nama pengguna dan kata sandi bawaan perangkat jaringan.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enkripsi WPA2 atau WPA3, jangan WEP atau jaringan terbuka.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Perbarui perangkat lunak (firmware) perangkat jaringan secara berkala.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Pisahkan jaringan tamu dari jaringan utama sekolah.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Pastikan situs yang dibuka menggunakan HTTPS.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Jaringan dan Troubleshooting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X.7, lalu pilih salindia bertanda simulasi — atau buka menu Simulasi dan pilih "Jaringan dan Troubleshooting".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Konfigurasi keamanan dasar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Kebiasaan aman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Saat memakai jaringan publik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Hindari transaksi perbankan di jaringan publik.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Matikan berbagi berkas otomatis.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Keluar dari akun setelah selesai dan lupakan jaringan tersebut.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enkripsi WPA2 atau WPA3 lebih aman daripada jaringan terbuka?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yang sebaiknya tidak dilakukan saat memakai wifi publik?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Audit Keamanan Jaringan Laboratorium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30 menit · kelompok 4 orang     📦 Produk: Gambar topologi + daftar periksa keamanan + rekomendasi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Gambar topologi jaringan laboratorium sekolah.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Periksa daftar keamanan: kata sandi bawaan, jenis enkripsi, pembaruan perangkat.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Gunakan simulasi jaringan untuk menguji satu gangguan dan cara menanganinya.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tiga rekomendasi perbaikan untuk sekolah.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Perangkat yang menghubungkan jaringan lokal ke internet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Switch     B. Router     C. Monitor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Enkripsi nirkabel yang sebaiknya TIDAK dipakai lagi adalah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WPA3     B. WPA2     C. WEP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Situs yang aman saat memasukkan kata sandi ditandai dengan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HTTP     B. HTTPS     C. WWW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X.8 — Keamanan Akun, Privasi Digital, dan Profesi Informatika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X.7 · Jaringan Komputer dan Konfigurasi Keamanan Dasar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X.8 · Genap · 8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Keamanan Akun, Privasi Digital, dan Profesi Informatika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51790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886200"/>
            <a:ext cx="5852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388620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Mengelola kata sandi dan autentikasi dua langkah.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Mengatur privasi akun dan menyaring konten negatif.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digitalisasi budaya Indonesia dan profesi Informatika.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Alokasi 8 JP  ·  Elemen: Literasi Digital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Jaringan Komputer dan Konfigurasi Keamanan Dasar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Keamanan Akun, Privasi Digital, dan Profesi Informatika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E0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Kata sandi kuat, autentikasi dua langkah, privasi akun, digitalisasi budaya, dan peluang karier.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Satu kata sandi untuk semua akun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Bila satu layanan bocor, seluruh akunmu ikut terbuka.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Kebocoran data besar terjadi hampir setiap tahun di berbagai layanan dunia.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Kata sandi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Membuat dan mengelola kata sandi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Panjang lebih penting daripada rumit: gabungan empat kata acak sulit ditebak dan mudah diingat.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memakai nama, tanggal lahir, atau nama sekolah.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manajer kata sandi agar setiap akun punya kata sandi berbeda.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pernah membagikan kata sandi, termasuk kepada teman dekat.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F7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00E0B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E0B0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Keamanan Kata Sandi dan 2FA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X.8, lalu pilih salindia bertanda simulasi — atau buka menu Simulasi dan pilih "Keamanan Kata Sandi dan 2FA".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Membuat dan mengelola kata sandi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00E0B0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Lapis kedua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Autentikasi dua langkah (2FA)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Lapisan kedua membuat akun tetap aman meski kata sandi bocor.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Moda: kode dari aplikasi autentikator, kunci keamanan fisik, notifikasi aplikasi, atau SMS (paling lemah).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Simpan kode cadangan di tempat aman dan luring.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Privasi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Jejak digital dan pengaturan akun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Jejak digital bersifat permanen dan dapat dilihat calon kampus atau pemberi kerja.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Atur siapa yang dapat melihat unggahan, lokasi, dan daftar teman.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Pilah informasi privat (NIK, alamat, nomor telepon) dan publik.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Laporkan dan saring konten negatif; blokir pelaku perundungan dan simpan buktinya.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satu kata sandi untuk semua akun berbahaya?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Budaya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Digitalisasi budaya Indonesia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Teknologi dapat melestarikan bahasa daerah, naskah kuno, lagu, dan tarian.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arsip digital kebudayaan, museum virtual, dan kanal budaya daerah.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Gagasan projek: dokumentasi digital kuliner, tenun, atau wisata Kabupaten Pinrang.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Karier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Profesi di bidang Informatika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Pengembang perangkat lunak, analis data, administrator jaringan, spesialis keamanan siber.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Perancang antarmuka (UI/UX), pengelola basis data, dan pengembang gim.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Kompetensi kunci: berpikir logis, belajar mandiri, kolaborasi, dan etika kerja.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Jalur: SMA → perguruan tinggi bidang komputer, atau sertifikasi dan portofolio karya.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Moda autentikasi dua langkah mana yang paling lemah?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Sebutkan satu profesi bidang Informatika dan kompetensi utamanya.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Gerakan Akun Aman Kelas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AE0"/>
                </a:solidFill>
              </a:rPr>
              <a:t>⏱ 30 menit · mandiri lalu berpasangan     📦 Produk: Daftar periksa keamanan akun + peta jalan kompetensi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Uji kekuatan kata sandi percobaan pada simulasi Keamanan Akun.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Aktifkan autentikasi dua langkah pada satu akun pembelajaran.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Periksa pengaturan privasi akun media sosialmu dengan daftar periksa.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4A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Susun peta jalan pribadi kompetensi digital untuk satu tahun ke depan.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00E0B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5B4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4AE0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Kata sandi yang paling kuat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Nama sekolah + tahun lahir     B. Gabungan empat kata acak yang panjang     C. Delapan angka berurutan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Autentikasi dua langkah berguna karena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Membuat kata sandi tak perlu     B. Akun tetap aman meski kata sandi bocor     C. Mempercepat masuk akun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Jejak digital bersifat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Hilang setelah dihapus     B. Permanen dan dapat ditelusuri     C. Hanya terlihat oleh teman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2A1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5B4AE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00E0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00E0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asesmen lingkup materi dan gelar karya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rapikan catatan dan produk belajarmu untuk dikumpulkan.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00E0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X.8 · Keamanan Akun, Privasi Digital, dan Profesi Informatika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143</Slides>
  <Notes>143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</vt:vector>
  </TitlesOfParts>
  <Company>SMA Negeri 11 Pinrang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Informatika Kelas X — SMA Negeri 11 Pinrang</dc:title>
  <dc:subject>PptxGenJS Presentation</dc:subject>
  <dc:creator>Mutmainnah Syam, S.Pd., M.Pd.</dc:creator>
  <cp:lastModifiedBy>Mutmainnah Syam, S.Pd., M.Pd.</cp:lastModifiedBy>
  <cp:revision>1</cp:revision>
  <dcterms:created xsi:type="dcterms:W3CDTF">2026-10-03T15:47:33Z</dcterms:created>
  <dcterms:modified xsi:type="dcterms:W3CDTF">2026-10-03T15:47:33Z</dcterms:modified>
</cp:coreProperties>
</file>