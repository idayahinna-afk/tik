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notesMasterIdLst>
    <p:notesMasterId r:id="rId10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XI.BK.1 Menjelaskan alur pengembangan produk teknologi digital.
- XI.BK.2 Menganalisis persoalan bersolusi jamak dan merumuskan alternatifnya.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A  ·  3. C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XI.BK.3 Membandingkan strategi algoritmik dengan justifikasi efisiensi.
- XI.BK.5 Memilih dan menerapkan solusi terbaik.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A  ·  3. A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XI.BK.4 Merancang struktur data kompleks dan abstrak.
- XI.BK.5 Menerapkan solusi terbaik menggunakan struktur data yang dirancang.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A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XI.BK.6 Mengenali model dan topologi jaringan serta lapisan TCP/IP.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B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XI.BK.7 Melakukan pengiriman data antarperangkat.
- XI.BK.8 Melakukan troubleshooting jaringan.
- XI.LD.3 Menerapkan konfigurasi keamanan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A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Sapa murid, cek kesiapan belajar.
Tujuan pembelajaran:
- XI.LD.1 Riset dengan mesin pencari.
- XI.LD.2 Verifikasi konten dan membaca lateral.
- XI.AD.1 Memanfaatkan sumber data terbuka dan legal.
- XI.AD.2 Mengolah data untuk keputusan dan prediksi.
- XI.AD.3 Menyajikan dan mengomunikasikan hasil analisis.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jeda untuk mengecek fokus dan pemahaman murid.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langkahnya, pastikan tiap kelompok tahu produk yang dikumpulkan.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jawaban: 1. B  ·  2. A  ·  3. B
Versi interaktifnya tersedia di aplikasi: murid menjawab dan langsung mendapat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INFORMATIKA · FASE F · T.P. 2026/2027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Slide Pembelajaran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Kelas XI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6 pertemuan · 72 JP · setiap pertemuan lengkap: pembuka, isi, aktivitas, kuis, dan refleksi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06524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 Negeri 11 Pinrang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1468" y="3886200"/>
            <a:ext cx="159562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1468" y="3886200"/>
            <a:ext cx="159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Kurikulum Merdeka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5112" y="3886200"/>
            <a:ext cx="81838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5112" y="3886200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CP 2025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NIP 19930321 202421 2 034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XI.1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Alur Pengembangan Produk Teknologi Digital dan Analisis Persoalan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Menjelaskan alur pengembangan produk teknologi digital.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Menganalisis persoalan bersolusi jamak dan merumuskan alternatifnya.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Alokasi 10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Ini pertemuan pertama pada fase ini — kita mulai dari pengalaman kalian sehari-hari dengan teknologi.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Alur Pengembangan Produk Teknologi Digital dan Analisis Persoalan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Dari kebutuhan pengguna sampai pemeliharaan produk, serta merumuskan alternatif solusi.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aplikasi terus diperbarui?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Produk digital tidak pernah benar-benar selesai; ia tumbuh mengikuti kebutuhan penggunanya.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Perbaikan yang terlambat jauh lebih mahal daripada perencanaan yang matang.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Daur hidup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Lima tahap pengembangan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Analisis kebutuhan — memahami persoalan dan pengguna sesungguhnya.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Perancangan — alur proses, struktur data, dan rancangan antarmuka.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Implementasi — membangun produk atau menulis kode.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Pengujian — memastikan produk benar dan nyaman dipakai.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Pemeliharaan — memperbaiki, memperbarui, dan mengembangkan.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Daur Hidup Produk Digital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XI.1, lalu pilih salindia bertanda simulasi — atau buka menu Simulasi dan pilih "Daur Hidup Produk Digital".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Lima tahap pengembangan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Analisis kebutuhan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Menggali kebutuhan pengguna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Wawancara, pengamatan, dan kuesioner singkat kepada calon pengguna.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Bedakan keinginan dan kebutuhan; tanyakan 'mengapa' hingga akar persoalan.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 kebutuhan sebagai pernyataan terukur: 'petugas dapat mencatat presensi 36 murid kurang dari 2 menit'.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Hindari menebak kebutuhan dari balik meja.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Perancangan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Dari kebutuhan menjadi rancangan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Diagram alur proses menggambarkan jalannya sistem.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Rancangan antarmuka (wireframe) cukup digambar di kertas pada tahap awal.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Tentukan data apa yang disimpan dan bagaimana strukturnya.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Validasi rancangan kepada pengguna sebelum menulis kode.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tahap analisis kebutuhan tidak boleh dilewati?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Alternatif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Satu persoalan, banyak solusi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mempercepat presensi — kartu QR, pemindai kartu pelajar, atau formulir daring.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Setiap alternatif memiliki biaya, kemudahan, dan risiko berbeda.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Bandingkan dengan kriteria: biaya, waktu pengembangan, kemudahan pemakaian, dan keandalan.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yang paling sesuai konteks sekolah, bukan yang paling canggih.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Tahap paling rawan gagal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Mana yang lebih sering gagal: menulis kode atau memahami kebutuhan?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buktinya bahwa rancangan kita benar-benar menjawab kebutuhan pengguna?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keinginan dan kebutuhan pengguna?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satu persoalan bisa punya lebih dari satu solusi?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Riset Kebutuhan Pengguna Sekolah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186"/>
                </a:solidFill>
              </a:rPr>
              <a:t>⏱ 40 menit · kelompok 4 orang     📦 Produk: Dokumen kebutuhan + dua alternatif solusi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satu unit sekolah: perpustakaan, koperasi, OSIS, atau tata usaha.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Wawancarai satu pengguna dengan lima pertanyaan terbuka.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Tulis kebutuhan sebagai pernyataan terukur, minimal tiga butir.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Rumuskan dua alternatif solusi digital beserta kelebihan dan keterbatasannya.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Tahap pertama pengembangan produk digital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Menulis kode     B. Analisis kebutuhan     C. Pengujian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Kegiatan khas tahap analisis kebutuhan adalah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Mewawancarai calon pengguna     B. Memperbaiki kesalahan kode     C. Memasang aplikasi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Biaya memperbaiki kesalahan paling mahal bila ditemukan pada tahap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Analisis kebutuhan     B. Perancangan     C. Pemeliharaan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XI.2 — Strategi Algoritmik dan Justifikasi Efisiensi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XI.1 · Alur Pengembangan Produk Teknologi Digital dan Analisis Persoalan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XI.2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Strategi Algoritmik dan Justifikasi Efisiensi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Membandingkan strategi algoritmik dengan justifikasi efisiensi.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Memilih dan menerapkan solusi terbaik.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Alokasi 10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Alur Pengembangan Produk Teknologi Digital dan Analisis Persoalan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Strategi Algoritmik dan Justifikasi Efisiensi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Brute force, greedy, divide and conquer, serta cara menilai dan memilih solusi terbaik.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Jawaban sama, kecepatan jauh berbeda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Dua program memberi hasil yang sama, tetapi satu selesai 1 detik dan satunya 20 menit.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Perbedaan itu lahir dari strategi algoritmik yang dipilih.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Strategi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Brute force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Mencoba seluruh kemungkinan lalu memilih yang memenuhi syarat.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Kelebihan: pasti menemukan solusi dan mudah ditulis.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Keterbatasan: jumlah langkah meledak saat data membesar.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Cocok untuk data kecil atau sebagai pembanding kebenaran.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ciri utama strategi greedy?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Strategi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Greedy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Mengambil pilihan terbaik pada setiap langkah tanpa meninjau ulang.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penukaran uang dengan pecahan terbesar lebih dahulu.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Cepat, tetapi tidak selalu menghasilkan solusi paling optimal.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Perlu bukti atau pengujian bahwa pilihan serakah memang tepat untuk persoalan itu.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Brute Force vs Greedy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XI.2, lalu pilih salindia bertanda simulasi — atau buka menu Simulasi dan pilih "Brute Force vs Greedy".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Greedy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Strategi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Divide and conquer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Membagi persoalan menjadi submasalah sejenis, menyelesaikannya, lalu menggabungkan hasilnya.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binary search dan merge sort.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Sering menurunkan jumlah langkah dari n² menjadi n log 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Memerlukan persoalan yang dapat dipecah secara alami.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Efisiensi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Menakar jumlah langkah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Perhatikan pertumbuhan langkah terhadap ukuran data n, bukan waktu pada satu komputer.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Urutan dari cepat ke lambat: O(1), O(log n), O(n), O(n log n), O(n²), O(2ⁿ).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Pada n = 1.000.000: n log n ≈ 20 juta langkah, sedangkan n² = 1.000.000.000.000 langkah.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dengan data kecil, sedang, dan besar lalu bandingkan hasilnya.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Visualisasi Pengurutan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XI.2, lalu pilih salindia bertanda simulasi — atau buka menu Simulasi dan pilih "Visualisasi Pengurutan".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Menakar jumlah langkah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Keputusan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Kriteria memilih solusi terbaik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Kebenaran lebih dahulu, baru efisiensi.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Pertimbangkan keterbacaan dan kemudahan pemeliharaan.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Perhitungkan keterbatasan perangkat dan waktu pengembangan.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Tuliskan justifikasi: mengapa pilihan ini, apa kelebihan dan keterbatasannya.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Kapan brute force masih layak dipakai?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Mana yang lebih cepat untuk data besar: n² atau n log 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Sidang Algoritma: Membela Pilihan Strategi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186"/>
                </a:solidFill>
              </a:rPr>
              <a:t>⏱ 35 menit · kelompok 4 orang     📦 Produk: Lembar justifikasi pemilihan strategi + tabel jumlah langkah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Guru memberi satu persoalan nyata, misalnya penjadwalan ruang laboratorium.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Setiap kelompok memilih satu strategi algoritmik dan menyusun langkahnya.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Uji pada data kecil dan besar, catat jumlah langkahnya.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Sampaikan justifikasi: efisiensi, kelebihan, dan keterbatasan pilihan kalian.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Strategi yang memecah persoalan menjadi submasalah sejenis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Greedy     B. Divide and conquer     C. Brute force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Greedy mengambil keputusan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Terbaik pada setiap langkah tanpa meninjau ulang     B. Secara acak     C. Setelah mencoba semua kemungkinan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Kriteria pertama memilih solusi adalah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Kebenaran     B. Jumlah baris kode     C. Keindahan tampilan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XI.3 — Struktur Data Kompleks dan Abstrak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XI.2 · Strategi Algoritmik dan Justifikasi Efisiensi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XI.3 · Ganjil · 12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Struktur Data Kompleks dan Abstrak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Merancang struktur data kompleks dan abstrak.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Menerapkan solusi terbaik menggunakan struktur data yang dirancang.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Alokasi 12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Strategi Algoritmik dan Justifikasi Efisiensi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Struktur Data Kompleks dan Abstrak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Senarai bertaut, pohon, graf, dan tabel hash untuk persoalan yang lebih rumit.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Bagaimana peta menemukan rute tercepat?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Jutaan ruas jalan ditelusuri dalam hitungan detik.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Rahasianya terletak pada struktur data dan algoritma penelusurannya.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Konsep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Tipe data abstrak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Tipe data abstrak menjelaskan operasi apa yang tersedia, bukan bagaimana disimpan.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antrean punya operasi enqueue dan dequeue, tak peduli dibuat dari larik atau senarai bertaut.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Abstraksi memisahkan pengguna struktur dari rincian implementasi.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senarai bertaut lebih mudah disisipi data di tengah daripada larik?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Senarai bertaut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Linked list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Setiap simpul menyimpan data dan penunjuk ke simpul berikutnya.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Penambahan dan penghapusan di tengah murah; cukup mengubah penunjuk.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Kelemahan: untuk mencapai elemen ke-n harus ditelusuri dari awal.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Varian: senarai tunggal, ganda, dan melingkar.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Pohon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Hierarki tanpa siklus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Istilah: akar, simpul anak, daun, dan kedalaman.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Pohon biner pencarian menyimpan data terurut sehingga pencarian cepat.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 penerapan: struktur organisasi sekolah, sistem berkas, dan menu aplikasi.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pohon dan graf?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Graf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Relasi bebas antarsimpul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Terdiri atas simpul (vertex) dan sisi (edge); bisa berarah atau tidak berarah, berbobot atau tidak.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Representasi: matriks ketetanggaan atau daftar ketetanggaan.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Penelusuran: BFS (melebar) dan DFS (mendalam).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Penerapan: peta jalan, jejaring sosial, dan jaringan komputer.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Graf BFS dan DFS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XI.3, lalu pilih salindia bertanda simulasi — atau buka menu Simulasi dan pilih "Penelusuran Graf BFS dan DFS".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Relasi bebas antarsimpul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Tabel hash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Pencarian nyaris seketika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Fungsi hash mengubah kunci menjadi indeks lokasi penyimpanan.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Pencarian rata-rata hanya perlu satu langkah, jauh lebih cepat daripada menelusuri daftar.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Tabrakan (collision) ditangani dengan rantai atau penempatan terbuka.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Penerapan: pencarian kontak, kamus, dan penyimpanan sesi pengguna.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Keputusan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Memilih struktur data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tetap dan sering diakses per indeks → larik.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Banyak penyisipan dan penghapusan → senarai bertaut.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Hubungan berjenjang → pohon.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Relasi bebas antarobjek → graf.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Pencarian cepat berdasarkan kunci unik → tabel hash.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tabel hash membuat pencarian jauh lebih cepat?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Memodelkan Data Sekolah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186"/>
                </a:solidFill>
              </a:rPr>
              <a:t>⏱ 40 menit · kelompok 4 orang     📦 Produk: Model struktur data + alasan pemilihannya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satu data sekolah: struktur organisasi, jalur evakuasi, atau peminjaman buku.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Tentukan struktur data paling tepat: senarai bertaut, pohon, graf, atau tabel hash.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Gambar modelnya di kertas plano dan tandai operasi yang paling sering dipakai.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Uji penelusurannya memakai simulasi Graf di aplikasi.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Jalan satu arah antartempat paling tepat dimodelkan dengan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Graf berarah     B. Tumpukan     C. Larik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Struktur hierarkis tanpa siklus disebut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Graf     B. Pohon     C. Antrean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Tabel hash dipakai terutama untuk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Mengurutkan data     B. Mempercepat pencarian berdasarkan kunci     C. Menyimpan data berurutan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XI.4 — Model dan Topologi Jaringan Komputer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XI.3 · Struktur Data Kompleks dan Abstrak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XI.4 · Ganjil · 4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Model dan Topologi Jaringan Komputer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98424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9192" y="3886200"/>
            <a:ext cx="5852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388620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Mengenali model dan topologi jaringan serta lapisan TCP/IP.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Alokasi 4 JP  ·  Elemen: Berpikir Komputasional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Struktur Data Kompleks dan Abstrak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Model dan Topologi Jaringan Komputer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Jenis jaringan, topologi, dan lapisan model TCP/IP.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Jenis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Cakupan jaringan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PAN — antarperangkat pribadi, misalnya bluetooth.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LAN — satu gedung atau sekolah.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 — satu kota.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WAN — antarkota dan antarnegara; internet adalah WAN terbesar.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Topologi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Pola hubungan perangkat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Bus: satu kabel utama; murah tetapi satu gangguan melumpuhkan semua.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Bintang: terpusat pada switch; paling umum di sekolah, mudah dirawat.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Cincin: data berputar searah; gangguan satu titik mengganggu jalur.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Mesh: setiap perangkat saling terhubung; sangat andal tetapi mahal.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Jaringan dan Troubleshooting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XI.4, lalu pilih salindia bertanda simulasi — atau buka menu Simulasi dan pilih "Jaringan dan Troubleshooting".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Pola hubungan perangkat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Model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Empat lapisan TCP/IP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Aplikasi — HTTP, DNS, SMTP; yang dilihat pengguna.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Transport — TCP dan UDP; memastikan data sampai utuh dan berurutan.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Internet — IP; pengalamatan logis dan penentuan rute.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Akses jaringan — ethernet dan wifi; pengiriman bit di media fisik.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Manfaat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berlapis?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Gangguan dapat ditelusuri lapis demi lapis, dari kabel hingga aplikasi.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Perubahan di satu lapisan tidak mengharuskan perubahan di lapisan lain.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Perangkat dari pabrikan berbeda dapat saling bekerja sama.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Topologi apa yang dipakai laboratorium sekolah kita, dan apa kelemahannya?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Lapisan TCP/IP mana yang menangani pengalamatan IP?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jaringan dirancang berlapis?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Merancang Jaringan Laboratorium Baru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186"/>
                </a:solidFill>
              </a:rPr>
              <a:t>⏱ 25 menit · kelompok 3 orang     📦 Produk: Gambar rancangan jaringan + daftar perangkat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Anggap sekolah menambah 20 komputer baru.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Pilih topologi yang paling sesuai dan gambarkan rancangannya.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Daftar perangkat yang dibutuhkan beserta jumlahnya.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Jelaskan lapisan TCP/IP yang bekerja saat murid membuka laman sekolah.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Topologi yang seluruh perangkatnya terhubung ke satu perangkat pusat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Bus     B. Bintang     C. Cincin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Pengalamatan logis dan perutean terjadi pada lapisan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Aplikasi     B. Internet     C. Akses jaringan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Jaringan yang mencakup satu kota disebut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LAN     B. MAN     C. PAN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XI.5 — Pengiriman Data, Troubleshooting, dan Keamanan Jaringan Lanjut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XI.4 · Model dan Topologi Jaringan Komputer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XI.5 · Genap · 14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Pengiriman Data, Troubleshooting, dan Keamanan Jaringan Lanjut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Berpikir Komputasional dan 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86784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86784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Melakukan pengiriman data antarperangkat.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Melakukan troubleshooting jaringan.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Menerapkan konfigurasi keamanan lanjut.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Alokasi 14 JP  ·  Elemen: Berpikir Komputasional dan Literasi Digital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Model dan Topologi Jaringan Komputer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Pengiriman Data, Troubleshooting, dan Keamanan Jaringan Lanjut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Pengalamatan IP, berbagi sumber daya, diagnosis gangguan, dan pengamanan lanjut.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Pengalamatan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Alamat IP dan subnet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IPv4 ditulis empat angka 0–255, misalnya 192.168.1.10.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Subnet mask menentukan bagian jaringan dan bagian host.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Alamat privat (192.168.x.x, 10.x.x.x) dipakai di jaringan lokal.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DHCP memberi alamat otomatis; alamat statis dipakai untuk server dan pencetak.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Pengiriman data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Berbagi sumber daya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Berbagi berkas dan pencetak dalam satu 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Protokol transfer: HTTP/HTTPS, FTP/SFTP, dan SMB untuk berbagi berkas.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dipecah menjadi paket, diberi alamat, dikirim, lalu disusun ulang di tujuan.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Jaringan dan Troubleshooting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XI.5, lalu pilih salindia bertanda simulasi — atau buka menu Simulasi dan pilih "Jaringan dan Troubleshooting".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Berbagi sumber daya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Troubleshooting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Diagnosis berlapis dari bawah ke atas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4060"/>
                </a:solidFill>
              </a:rPr>
              <a:t>1. Fisik: kabel, lampu indikator, daya perangkat.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4060"/>
                </a:solidFill>
              </a:rPr>
              <a:t>2. Koneksi: apakah mendapat alamat IP? ipconfig / ifconfig.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4060"/>
                </a:solidFill>
              </a:rPr>
              <a:t>3. Jalur: uji dengan ping ke gateway, lalu ke internet.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4060"/>
                </a:solidFill>
              </a:rPr>
              <a:t>4. Nama: uji DNS dengan nslookup; coba buka alamat IP langsung.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4060"/>
                </a:solidFill>
              </a:rPr>
              <a:t>5. Aplikasi: periksa pengaturan peramban, firewall, dan proxy.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4060"/>
                </a:solidFill>
              </a:rPr>
              <a:t>Catat setiap langkah dan hasilnya agar penanganan dapat diulang.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Jaringan dan Troubleshooting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XI.5, lalu pilih salindia bertanda simulasi — atau buka menu Simulasi dan pilih "Jaringan dan Troubleshooting".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Diagnosis berlapis dari bawah ke atas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Keamanan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Pengamanan lanjut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Firewall menyaring lalu lintas berdasarkan aturan.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Enkripsi membuat data tak terbaca pihak lain; HTTPS dan WPA3 adalah contohnya.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VPN membuat terowongan aman melewati jaringan publik.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Segmentasi jaringan memisahkan jaringan guru, murid, dan tamu.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Pembaruan berkala menutup celah keamanan yang sudah diketahui.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Tanggung jawab pengelola jaringan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Akses administratif adalah amanah, bukan alat untuk mengintip orang lain.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Menyadap atau masuk ke sistem tanpa izin melanggar hukum.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Laporkan celah keamanan yang ditemukan kepada pihak berwenang di sekolah.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langkah pertama saat internet laboratorium mati?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fungsi perintah ping?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beda firewall dan enkripsi?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Klinik Jaringan: Temukan Penyakitnya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186"/>
                </a:solidFill>
              </a:rPr>
              <a:t>⏱ 40 menit · kelompok 3 orang     📦 Produk: Lembar diagnosis + prosedur baku penanganan gangguan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Guru memasang satu gangguan rahasia pada simulasi jaringan.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Lakukan diagnosis berurutan: fisik → alamat IP → gateway → internet → DNS.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Catat hasil setiap langkah pada lembar penanganan.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Simpulkan penyebabnya dan tuliskan prosedur baku penanganan untuk kelas.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Alamat 192.168.1.10 termasuk alamat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Publik     B. Privat     C. Tidak sah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Jika ping ke gateway gagal tetapi kabel menyala, kemungkinan masalah ada pada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Konfigurasi alamat IP     B. Monitor     C. Aplikasi peramban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VPN berguna untuk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Mempercepat internet     B. Membuat jalur aman melewati jaringan publik     C. Menambah kapasitas penyimpanan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XI.6 — Riset Digital, Verifikasi Konten, dan Analisis Data untuk Pengambilan Keputusan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baca sekilas materi berikutnya dan catat satu pertanyaan yang ingin kamu tanyakan.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XI.5 · Pengiriman Data, Troubleshooting, dan Keamanan Jaringan Lanjut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XI.6 · Genap · 22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Riset Digital, Verifikasi Konten, dan Analisis Data untuk Pengambilan Keputusan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Halo, selamat datang di kelas Informatika! Semoga hari ini kita belajar dengan gembira dan pulang membawa satu kemampuan baru.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91693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 dan Analisis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3886200"/>
            <a:ext cx="6629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388620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22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TUJUAN PEMBELAJARAN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Di akhir pertemuan ini kamu akan mampu…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Riset dengan mesin pencari.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Verifikasi konten dan membaca lateral.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Memanfaatkan sumber data terbuka dan legal.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Mengolah data untuk keputusan dan prediksi.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Menyajikan dan mengomunikasikan hasil analisis.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Alokasi 22 JP  ·  Elemen: Literasi Digital dan Analisis Data  ·  Kriteria ketuntasan 75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PEMBUKA · APERSEPSI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Menyambung perjalanan belajar kita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Pertemuan lalu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Pengiriman Data, Troubleshooting, dan Keamanan Jaringan Lanjut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6459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Hari ini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0299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Riset Digital, Verifikasi Konten, dan Analisis Data untuk Pengambilan Keputusan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Pertanyaan pembuka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Apa yang masih kamu ingat dari pertemuan sebelumnya?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18304" y="3017520"/>
            <a:ext cx="3858768" cy="1234440"/>
          </a:xfrm>
          <a:prstGeom prst="roundRect">
            <a:avLst>
              <a:gd name="adj" fmla="val 7407"/>
            </a:avLst>
          </a:prstGeom>
          <a:solidFill>
            <a:srgbClr val="F5F6FD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01184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186"/>
                </a:solidFill>
              </a:rPr>
              <a:t>Mengapa penting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401568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Riset lanjut, verifikasi teks–gambar–video, data terbuka, pengolahan, dan visualisasi.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Riset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Strategi riset digital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Rumuskan pertanyaan riset yang spesifik dan dapat dijawab data.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operator pencarian, mesin pencari akademik, dan portal resmi.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Kelola daftar sumber sejak awal: judul, penulis, penerbit, tahun, dan tautan.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Verifikasi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Memeriksa teks, gambar, dan video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Teks: telusuri klaim ke sumber aslinya, bukan ke unggahan ulang.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Gambar: pencarian gambar terbalik, periksa bayangan, cuaca, papan nama, dan metadata.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Video: periksa potongan dan konteks; cari versi utuh dan tanggal unggah pertama.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Waspadai konten sintetis (AI) — cek kejanggalan tangan, teks, dan suara.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Latihan Periksa Fakta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XI.6, lalu pilih salindia bertanda simulasi — atau buka menu Simulasi dan pilih "Latihan Periksa Fakta".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Memeriksa teks, gambar, dan video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Data terbuka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Sumber yang legal dan tepercaya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Portal data pemerintah pusat dan daerah, lembaga statistik, serta data sekolah.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Periksa lisensi dan ketentuan penggunaan sebelum mengolah dan memublikasikan.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Catat metadata: siapa yang mengumpulkan, kapan, bagaimana, dan cakupannya.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Pengolahan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Membersihkan dan merapikan data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Hapus duplikat, perbaiki format tanggal dan angka, samakan penulisan kategori.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Tandai data kosong; jangan diam-diam diisi dengan tebakan.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Satu baris satu amatan, satu kolom satu variabel.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Bagaimana cara memeriksa apakah sebuah gambar pernah beredar sebelumnya?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Analisis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Statistik deskriptif dan prediksi sederhana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Pusat data: rerata, median, modus. Sebaran: jangkauan dan simpangan.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Rerata mudah tertarik nilai ekstrem; median lebih tahan pencilan.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Pola kecenderungan dapat dipakai memprediksi, tetapi selalu sertakan ketidakpastian.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Korelasi bukan sebab-akibat.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403A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7CF0D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CF0D2"/>
                </a:solidFill>
              </a:rPr>
              <a:t>SIMULASI INTERAKTIF ·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Analisis Data Mini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XI.6, lalu pilih salindia bertanda simulasi — atau buka menu Simulasi dan pilih "Analisis Data Mini".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Statistik deskriptif dan prediksi sederhana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7CF0D2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Komunikasi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Visualisasi yang jujur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grafik sesuai jenis data dan beri judul yang menyatakan temuan.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Mulai sumbu nilai dari nol untuk diagram batang.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Sertakan sumber data dan jumlah responden.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Tutup laporan dengan rekomendasi yang dapat ditindaklanjuti sekolah.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Mengapa median kadang lebih mewakili data daripada rerata?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JEDA SEJENAK · CEK PEMAHAMAN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Apa yang harus dicek sebelum memakai data dari internet?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6FB"/>
                </a:solidFill>
              </a:rPr>
              <a:t>Jawab bersama teman sebangku selama satu menit, lalu dua orang berbagi jawabannya di depan kelas.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AKTIVITAS · MENGAPLIKASI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Projek Mini: Data untuk Keputusan Sekolah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57276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186"/>
                </a:solidFill>
              </a:rPr>
              <a:t>⏱ 2 pertemuan · kelompok 4 orang     📦 Produk: Laporan analisis data + visualisasi + rekomendasi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65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9476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Rumuskan satu pertanyaan riset tentang persoalan sekolah atau daerah.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587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Cari data terbuka yang legal, catat sumber dan lisensinya.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20954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9125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Bersihkan dan olah data, hitung statistik deskriptifnya.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0A1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81304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Buat satu visualisasi jujur dan rumuskan rekomendasi keputusan.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7CF0D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00A1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186"/>
                </a:solidFill>
              </a:rPr>
              <a:t>EVALUASI FORMATIF · KUIS CEPAT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Seberapa paham kita hari ini?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27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1. Sebelum memakai data terbuka, yang wajib diperiksa adalah …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Warna grafiknya     B. Lisensi dan sumbernya     C. Ukuran berkasnya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87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2. Diagram batang sebaiknya dimulai dari nilai …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98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Nol     B. Nilai terkecil     C. Rerata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7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</a:rPr>
              <a:t>3. Korelasi antara dua data berarti …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060"/>
                </a:solidFill>
              </a:rPr>
              <a:t>A. Pasti sebab-akibat     B. Belum tentu sebab-akibat     C. Datanya salah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43984"/>
            <a:ext cx="7827264" cy="91"/>
          </a:xfrm>
          <a:prstGeom prst="roundRect">
            <a:avLst>
              <a:gd name="adj" fmla="val 502417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REFLEKSI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Mari kita refleksikan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Bagian mana yang paling menarik bagimu hari ini?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Apa yang masih membuatmu bingung?</a:t>
            </a:r>
            <a:endParaRPr lang="en-US" sz="1500" dirty="0"/>
          </a:p>
          <a:p>
            <a:pPr marL="342900" indent="-342900">
              <a:buSzPct val="100000"/>
              <a:buChar char="■"/>
            </a:pPr>
            <a:r>
              <a:rPr lang="en-US" sz="1500" dirty="0">
                <a:solidFill>
                  <a:srgbClr val="EDECFC"/>
                </a:solidFill>
              </a:rPr>
              <a:t>Di mana kamu akan memakai pengetahuan ini di luar kelas?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AE8"/>
                </a:solidFill>
              </a:rPr>
              <a:t>Tuliskan jawabanmu di buku catatan atau sampaikan secara lisan.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6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00A18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7CF0D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7CF0D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F0D2"/>
                </a:solidFill>
              </a:rPr>
              <a:t>PENUTUP · TINDAK LANJUT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60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Terima kasih, kalian hebat hari ini!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74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Pertemuan berikutnya: asesmen lingkup materi dan gelar karya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Persiapan: rapikan catatan dan produk belajarmu untuk dikumpulkan.</a:t>
            </a:r>
            <a:endParaRPr lang="en-US" sz="1400" dirty="0"/>
          </a:p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EDECFC"/>
                </a:solidFill>
              </a:rPr>
              <a:t>Latihan mandiri: buka kembali simulasi pada pertemuan ini dan coba dengan data buatanmu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5283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Mutmainnah Syam, S.Pd., M.Pd.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3886200"/>
            <a:ext cx="32918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7C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3260" y="3886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Konsultasi di jam istirahat atau melalui kanal kelas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XI.6 · Riset Digital, Verifikasi Konten, dan Analisis Data untuk Pengambilan Keputusan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104</Slides>
  <Notes>104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</vt:vector>
  </TitlesOfParts>
  <Company>SMA Negeri 11 Pinrang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Informatika Kelas XI — SMA Negeri 11 Pinrang</dc:title>
  <dc:subject>PptxGenJS Presentation</dc:subject>
  <dc:creator>Mutmainnah Syam, S.Pd., M.Pd.</dc:creator>
  <cp:lastModifiedBy>Mutmainnah Syam, S.Pd., M.Pd.</cp:lastModifiedBy>
  <cp:revision>1</cp:revision>
  <dcterms:created xsi:type="dcterms:W3CDTF">2026-10-03T15:47:33Z</dcterms:created>
  <dcterms:modified xsi:type="dcterms:W3CDTF">2026-10-03T15:47:33Z</dcterms:modified>
</cp:coreProperties>
</file>